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52430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5243048"/>
          </a:xfrm>
          <a:prstGeom prst="rect">
            <a:avLst/>
          </a:prstGeom>
          <a:solidFill>
            <a:srgbClr val="0B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6126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33CCFF"/>
                </a:solidFill>
                <a:latin typeface="Arial"/>
              </a:rPr>
              <a:t>NITRO RHYTHM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2F2F7"/>
                </a:solidFill>
                <a:latin typeface="Arial"/>
              </a:rPr>
              <a:t>Infografía comparativa — antes / después de los ajustes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FBBF24"/>
                </a:solidFill>
                <a:latin typeface="Arial"/>
              </a:rPr>
              <a:t>GA5-220501087-AA4-EV01 · SENA · Jenifer Daniela Urbano Córdoba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3CCFF"/>
                </a:solidFill>
                <a:latin typeface="Arial"/>
              </a:rPr>
              <a:t>1 · Estructura e interfaces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957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444"/>
                </a:solidFill>
                <a:latin typeface="Arial"/>
              </a:rPr>
              <a:t>ANTES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B0"/>
                </a:solidFill>
                <a:latin typeface="Arial"/>
              </a:rPr>
              <a:t>Una sola escena de prueba con menú y HUD por código (OnGUI), sin navegación.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3957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3CCFF"/>
                </a:solidFill>
                <a:latin typeface="Arial"/>
              </a:rPr>
              <a:t>DESPUÉS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F2F2F7"/>
                </a:solidFill>
                <a:latin typeface="Arial"/>
              </a:rPr>
              <a:t>Cuatro escenas (menú, selección, gameplay, resultados) en Canvas + TextMeshPro, con HUD ampliado.</a:t>
            </a:r>
          </a:p>
        </p:txBody>
      </p:sp>
      <p:pic>
        <p:nvPicPr>
          <p:cNvPr id="9" name="Picture 8" descr="03_Gameplay_HUD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54680"/>
            <a:ext cx="2926080" cy="1828800"/>
          </a:xfrm>
          <a:prstGeom prst="rect">
            <a:avLst/>
          </a:prstGeom>
        </p:spPr>
      </p:pic>
      <p:pic>
        <p:nvPicPr>
          <p:cNvPr id="10" name="Picture 9" descr="gameplay_impacto_checkpoint_tur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246120"/>
            <a:ext cx="292608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21208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3CCFF"/>
                </a:solidFill>
                <a:latin typeface="Arial"/>
              </a:rPr>
              <a:t>2 · Concepto gráfico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5961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444"/>
                </a:solidFill>
                <a:latin typeface="Arial"/>
              </a:rPr>
              <a:t>ANTES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B0"/>
                </a:solidFill>
                <a:latin typeface="Arial"/>
              </a:rPr>
              <a:t>Primitivas cúbicas de color plano; sin audio reactivo.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5961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3CCFF"/>
                </a:solidFill>
                <a:latin typeface="Arial"/>
              </a:rPr>
              <a:t>DESPUÉS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F2F2F7"/>
                </a:solidFill>
                <a:latin typeface="Arial"/>
              </a:rPr>
              <a:t>Karts y pilotos 3D texturizados, estética neón URP y música/SFX sintetizados.</a:t>
            </a:r>
          </a:p>
        </p:txBody>
      </p:sp>
      <p:pic>
        <p:nvPicPr>
          <p:cNvPr id="14" name="Picture 13" descr="02_CharacterSelect_ori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79"/>
            <a:ext cx="2926080" cy="1828800"/>
          </a:xfrm>
          <a:prstGeom prst="rect">
            <a:avLst/>
          </a:prstGeom>
        </p:spPr>
      </p:pic>
      <p:pic>
        <p:nvPicPr>
          <p:cNvPr id="15" name="Picture 14" descr="seleccion_personaj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6446520"/>
            <a:ext cx="2926080" cy="1645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841248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3CCFF"/>
                </a:solidFill>
                <a:latin typeface="Arial"/>
              </a:rPr>
              <a:t>3 · Niveles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87965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444"/>
                </a:solidFill>
                <a:latin typeface="Arial"/>
              </a:rPr>
              <a:t>ANTES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B0"/>
                </a:solidFill>
                <a:latin typeface="Arial"/>
              </a:rPr>
              <a:t>Pista procedural lineal sin temática ni narrativa.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87965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3CCFF"/>
                </a:solidFill>
                <a:latin typeface="Arial"/>
              </a:rPr>
              <a:t>DESPUÉS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F2F2F7"/>
                </a:solidFill>
                <a:latin typeface="Arial"/>
              </a:rPr>
              <a:t>7 dominios jugables con cielo, props, partículas y música propios; checkpoints visibles.</a:t>
            </a:r>
          </a:p>
        </p:txBody>
      </p:sp>
      <p:pic>
        <p:nvPicPr>
          <p:cNvPr id="19" name="Picture 18" descr="gameplay_cubos_y_un_solo_estil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9646919"/>
            <a:ext cx="2926080" cy="1645920"/>
          </a:xfrm>
          <a:prstGeom prst="rect">
            <a:avLst/>
          </a:prstGeom>
        </p:spPr>
      </p:pic>
      <p:pic>
        <p:nvPicPr>
          <p:cNvPr id="20" name="Picture 19" descr="RESUMEN_domini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5120" y="9464040"/>
            <a:ext cx="1788160" cy="2011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1161288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3CCFF"/>
                </a:solidFill>
                <a:latin typeface="Arial"/>
              </a:rPr>
              <a:t>4 · Mecánicas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119969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4444"/>
                </a:solidFill>
                <a:latin typeface="Arial"/>
              </a:rPr>
              <a:t>ANTES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9AB0"/>
                </a:solidFill>
                <a:latin typeface="Arial"/>
              </a:rPr>
              <a:t>Movimiento básico y villano estático.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1996928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3CCFF"/>
                </a:solidFill>
                <a:latin typeface="Arial"/>
              </a:rPr>
              <a:t>DESPUÉS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F2F2F7"/>
                </a:solidFill>
                <a:latin typeface="Arial"/>
              </a:rPr>
              <a:t>4 modos, villano que ataca al compás, K.O. con cuenta regresiva, bot que salta huecos y feedback de impacto.</a:t>
            </a:r>
          </a:p>
        </p:txBody>
      </p:sp>
      <p:pic>
        <p:nvPicPr>
          <p:cNvPr id="24" name="Picture 23" descr="villano_ataq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12847319"/>
            <a:ext cx="2926080" cy="1645920"/>
          </a:xfrm>
          <a:prstGeom prst="rect">
            <a:avLst/>
          </a:prstGeom>
        </p:spPr>
      </p:pic>
      <p:pic>
        <p:nvPicPr>
          <p:cNvPr id="25" name="Picture 24" descr="gameplay_ko_cuenta_regresiv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12847319"/>
            <a:ext cx="2926080" cy="1645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5760" y="14904720"/>
            <a:ext cx="6126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2F2F7"/>
                </a:solidFill>
                <a:latin typeface="Arial"/>
              </a:rPr>
              <a:t>Hallazgos P4 (HUD), P6 (impacto) y P9 (progresión) atendidos y verificados con 40 pruebas automáticas.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A9AB0"/>
                </a:solidFill>
                <a:latin typeface="Arial"/>
              </a:rPr>
              <a:t>Colores del juego: cian #33CCFF · dorado #FBBF24 · rojo #FF0000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