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152430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5243048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6126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33CCFF"/>
                </a:solidFill>
                <a:latin typeface="Arial"/>
              </a:rPr>
              <a:t>NITRO RHYTHM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6126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2F2F7"/>
                </a:solidFill>
                <a:latin typeface="Arial"/>
              </a:rPr>
              <a:t>Infografía comparativa — antes / después de los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BBF24"/>
                </a:solidFill>
                <a:latin typeface="Arial"/>
              </a:rPr>
              <a:t>GA5-220501087-AA4-EV01 · SENA · Jenifer Daniela Urbano Córdoba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1168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33CCFF"/>
                </a:solidFill>
                <a:latin typeface="Arial"/>
              </a:rPr>
              <a:t>1 · Estructura e interfaces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957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4444"/>
                </a:solidFill>
                <a:latin typeface="Arial"/>
              </a:rPr>
              <a:t>ANTES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B0"/>
                </a:solidFill>
                <a:latin typeface="Arial"/>
              </a:rPr>
              <a:t>Prototipo inicial: una sola escena con menú y HUD en texto plano, sin navegación.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3957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CCFF"/>
                </a:solidFill>
                <a:latin typeface="Arial"/>
              </a:rPr>
              <a:t>DESPUÉS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F2F7"/>
                </a:solidFill>
                <a:latin typeface="Arial"/>
              </a:rPr>
              <a:t>Cuatro escenas (menú, selección, gameplay, resultados) en Canvas + TextMeshPro, con HUD ampliado.</a:t>
            </a:r>
          </a:p>
        </p:txBody>
      </p:sp>
      <p:pic>
        <p:nvPicPr>
          <p:cNvPr id="9" name="Picture 8" descr="legacy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246120"/>
            <a:ext cx="2926080" cy="1645920"/>
          </a:xfrm>
          <a:prstGeom prst="rect">
            <a:avLst/>
          </a:prstGeom>
        </p:spPr>
      </p:pic>
      <p:pic>
        <p:nvPicPr>
          <p:cNvPr id="10" name="Picture 9" descr="ui_menu_princip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246120"/>
            <a:ext cx="292608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21208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33CCFF"/>
                </a:solidFill>
                <a:latin typeface="Arial"/>
              </a:rPr>
              <a:t>2 · Concepto gráfico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961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4444"/>
                </a:solidFill>
                <a:latin typeface="Arial"/>
              </a:rPr>
              <a:t>ANTES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B0"/>
                </a:solidFill>
                <a:latin typeface="Arial"/>
              </a:rPr>
              <a:t>Primitivas cúbicas de color plano; sin garaje 3D ni audio reactivo.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55961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CCFF"/>
                </a:solidFill>
                <a:latin typeface="Arial"/>
              </a:rPr>
              <a:t>DESPUÉS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F2F7"/>
                </a:solidFill>
                <a:latin typeface="Arial"/>
              </a:rPr>
              <a:t>Karts y pilotos 3D texturizados, garaje 3D y estética neón URP.</a:t>
            </a:r>
          </a:p>
        </p:txBody>
      </p:sp>
      <p:pic>
        <p:nvPicPr>
          <p:cNvPr id="14" name="Picture 13" descr="legacy_sel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446520"/>
            <a:ext cx="2926080" cy="1645920"/>
          </a:xfrm>
          <a:prstGeom prst="rect">
            <a:avLst/>
          </a:prstGeom>
        </p:spPr>
      </p:pic>
      <p:pic>
        <p:nvPicPr>
          <p:cNvPr id="15" name="Picture 14" descr="seleccion_personaj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6446520"/>
            <a:ext cx="292608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5760" y="841248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33CCFF"/>
                </a:solidFill>
                <a:latin typeface="Arial"/>
              </a:rPr>
              <a:t>3 · Niveles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87965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4444"/>
                </a:solidFill>
                <a:latin typeface="Arial"/>
              </a:rPr>
              <a:t>ANTES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B0"/>
                </a:solidFill>
                <a:latin typeface="Arial"/>
              </a:rPr>
              <a:t>Pista de un solo estilo: plataformas grises de cubos, sin temática.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87965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CCFF"/>
                </a:solidFill>
                <a:latin typeface="Arial"/>
              </a:rPr>
              <a:t>DESPUÉS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F2F7"/>
                </a:solidFill>
                <a:latin typeface="Arial"/>
              </a:rPr>
              <a:t>7 dominios jugables con cielo, props, partículas y música propios; checkpoints visibles.</a:t>
            </a:r>
          </a:p>
        </p:txBody>
      </p:sp>
      <p:pic>
        <p:nvPicPr>
          <p:cNvPr id="19" name="Picture 18" descr="legacy_tr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9646919"/>
            <a:ext cx="2926080" cy="1645920"/>
          </a:xfrm>
          <a:prstGeom prst="rect">
            <a:avLst/>
          </a:prstGeom>
        </p:spPr>
      </p:pic>
      <p:pic>
        <p:nvPicPr>
          <p:cNvPr id="20" name="Picture 19" descr="RESUMEN_dominio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5120" y="9464040"/>
            <a:ext cx="1788160" cy="2011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1161288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33CCFF"/>
                </a:solidFill>
                <a:latin typeface="Arial"/>
              </a:rPr>
              <a:t>4 · Mecánicas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119969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4444"/>
                </a:solidFill>
                <a:latin typeface="Arial"/>
              </a:rPr>
              <a:t>ANTES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B0"/>
                </a:solidFill>
                <a:latin typeface="Arial"/>
              </a:rPr>
              <a:t>Karts y villano de cubos; movimiento básico y sin combate.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1996928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CCFF"/>
                </a:solidFill>
                <a:latin typeface="Arial"/>
              </a:rPr>
              <a:t>DESPUÉS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F2F7"/>
                </a:solidFill>
                <a:latin typeface="Arial"/>
              </a:rPr>
              <a:t>4 modos, villano que ataca al compás y K.O. con cuenta regresiva y feedback de impacto.</a:t>
            </a:r>
          </a:p>
        </p:txBody>
      </p:sp>
      <p:pic>
        <p:nvPicPr>
          <p:cNvPr id="24" name="Picture 23" descr="legacy_gamep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" y="12847319"/>
            <a:ext cx="2926080" cy="1645920"/>
          </a:xfrm>
          <a:prstGeom prst="rect">
            <a:avLst/>
          </a:prstGeom>
        </p:spPr>
      </p:pic>
      <p:pic>
        <p:nvPicPr>
          <p:cNvPr id="25" name="Picture 24" descr="gameplay_ko_cuenta_regresiv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66160" y="12847319"/>
            <a:ext cx="2926080" cy="1645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65760" y="14904720"/>
            <a:ext cx="6126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2F2F7"/>
                </a:solidFill>
                <a:latin typeface="Arial"/>
              </a:rPr>
              <a:t>Hallazgos P4 (HUD), P6 (impacto) y P9 (progresión) atendidos y verificados con 40 pruebas automáticas.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A9AB0"/>
                </a:solidFill>
                <a:latin typeface="Arial"/>
              </a:rPr>
              <a:t>El estado «antes» se reconstruye a partir del prototipo inicial (primitivas, sin garaje 3D).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A9AB0"/>
                </a:solidFill>
                <a:latin typeface="Arial"/>
              </a:rPr>
              <a:t>Colores del juego: cian #33CCFF · dorado #FBBF24 · rojo #FF0000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